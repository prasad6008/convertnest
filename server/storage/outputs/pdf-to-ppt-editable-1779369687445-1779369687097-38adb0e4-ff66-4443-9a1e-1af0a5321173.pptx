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</a:rPr>
              <a:t>Slide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5852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22AIP10 &amp; INTERNET OF THINGS LABORATORY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Guided By 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MRS.LALITHA 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PRESENTED By 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PRASAD R S {22AI037}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NAGAJOTHI T R {22IT024}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GOVARTHINI M {22IT009}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CONTACTLESS DOORBELL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USING ARDUINO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TEAM NO 24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-- 1 of 7 --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Abstract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1.A contactless doorbell system using Arduino and an ultrasonic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sensor.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2.Detects the presence of a person near the door without physical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touch.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3. When a person approaches, the ultrasonic sensor signals the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Arduino.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4. Arduino triggers a buzzer or relay-controlled doorbell to sound.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5. Provides a hygienic solution, reducing the risk of germ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transmission.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6. Can be integrated with smart home systems for notifications 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camera activation.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-- 2 of 7 --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Objectives: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1.Design a contactless doorbell system using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Arduino and an ultrasonic sensor.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2. Detect a person's presence and trigger a sound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alert without touch.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3. Improve hygiene by eliminating physical contact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with the doorbell.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-4.Create an efficient and scalable IoT solution for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home automation.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-5.Enable integration with smart home systems for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added functionality.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-- 3 of 7 --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Components Required: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1. Arduino board (Uno, Nano, etc.)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2. Ultrasonic sensor (HC-SR04)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3. Buzzer or Speaker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4. Relay module (optional)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5. LEDs (optional)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6. Jumper wires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7. Breadboard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8. Power supply or USB cable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-- 4 of 7 --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Flow Diagram: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-- 5 of 7 --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Implementation: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(Hardware or software)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1. Connect the Ultrasonic Sensor : to the Arduino using jumper wires, ensuring proper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connections for VCC, GND, Trig, and Echo pins.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2. Wire the Buzzer : or relay module to the Arduino to act as the doorbell alert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mechanism.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3. Upload the Arduino Code : that reads distance data from the ultrasonic sensor and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triggers the buzzer or relay when a person is detected within the set range.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4. Test the System: to ensure the sensor accurately detects proximity and the buzzer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activates as expected.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5. Optional : Integrate LEDs for visual feedback or additional smart home features, such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as notifications or camera activation.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6. Assemble and Mount : the components in a suitable enclosure and install the system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near the door for operation.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-- 6 of 7 --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Thank you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-- 7 of 7 --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Converters Website</dc:creator>
  <cp:lastModifiedBy>Converters Website</cp:lastModifiedBy>
  <cp:revision>1</cp:revision>
  <dcterms:created xsi:type="dcterms:W3CDTF">2026-05-21T13:21:27Z</dcterms:created>
  <dcterms:modified xsi:type="dcterms:W3CDTF">2026-05-21T13:21:27Z</dcterms:modified>
</cp:coreProperties>
</file>