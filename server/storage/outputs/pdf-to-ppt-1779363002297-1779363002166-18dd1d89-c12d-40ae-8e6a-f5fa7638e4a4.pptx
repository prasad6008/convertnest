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2D27"/>
                </a:solidFill>
              </a:rPr>
              <a:t>Slide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22AIP10 &amp; INTERNET OF THINGS LABORATORY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Guided By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MRS.LALITHA 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PRESENTED By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PRASAD R S {22AI037}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NAGAJOTHI T R {22IT024}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GOVARTHINI M {22IT009}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CONTACTLESS DOORBELL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USING ARDUINO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TEAM NO 24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-- 1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Abstract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1.A contactless doorbell system using Arduino and an ultrasonic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sensor.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2.Detects the presence of a person near the door without physical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touch.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When a person approaches, the ultrasonic sensor signals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Arduino.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4. Arduino triggers a buzzer or relay-controlled doorbell to sound.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5. Provides a hygienic solution, reducing the risk of germ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transmission.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6. Can be integrated with smart home systems for notifications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camera activation.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-- 2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Objectives: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1.Design a contactless doorbell system using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Arduino and an ultrasonic sensor.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 Detect a person's presence and trigger a sound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alert without touch.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Improve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2D27"/>
                </a:solidFill>
              </a:rPr>
              <a:t>Slide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hygiene by eliminating physical contact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with the doorbell.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-4.Create an efficient and scalable IoT solution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home automation.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-5.Enable integration with smart home systems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added functionality.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-- 3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Components Required: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 Arduino board (Uno, Nano, etc.)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 Ultrasonic sensor (HC-SR04)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Buzzer or Speaker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4. Relay module (optional)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5. LEDs (optional)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6. Jumper wires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7. Breadboard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8. Power supply or USB cable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-- 4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Flow Diagram: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-- 5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Implementation: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(Hardware or software)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 Connect the Ultrasonic Sensor : to the Arduino using jumper wires, ensuring proper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connections for VCC, GND, Trig, and Echo pins.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 Wire the Buzzer : or relay module to the Arduino to act as the doorbell alert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mechanism.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Upload the Arduino Code : that reads distance data from the ultrasonic sensor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triggers the buzzer or relay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2D27"/>
                </a:solidFill>
              </a:rPr>
              <a:t>Slide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when a person is detected within the set range.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4. Test the System: to ensure the sensor accurately detects proximity and the buzzer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activates as expected.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5. Optional : Integrate LEDs for visual feedback or additional smart home features, such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as notifications or camera activation.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6. Assemble and Mount : the components in a suitable enclosure and install the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near the door for operation.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-- 6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Thank you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-- 7 of 7 --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2026-05-21T11:30:02Z</dcterms:created>
  <dcterms:modified xsi:type="dcterms:W3CDTF">2026-05-21T11:30:02Z</dcterms:modified>
</cp:coreProperties>
</file>